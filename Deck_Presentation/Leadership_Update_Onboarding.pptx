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Perbandingan Metrik Cohort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Cohort sebelumnya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Pertanyaan berulang</c:v>
                  </c:pt>
                  <c:pt idx="1">
                    <c:v>Pre-read completion (%)</c:v>
                  </c:pt>
                  <c:pt idx="2">
                    <c:v>Follow-up CS manual</c:v>
                  </c:pt>
                  <c:pt idx="3">
                    <c:v>Hadir tepat waktu (%)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96</c:v>
                </c:pt>
                <c:pt idx="3">
                  <c:v>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Cohort saat ini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Pertanyaan berulang</c:v>
                  </c:pt>
                  <c:pt idx="1">
                    <c:v>Pre-read completion (%)</c:v>
                  </c:pt>
                  <c:pt idx="2">
                    <c:v>Follow-up CS manual</c:v>
                  </c:pt>
                  <c:pt idx="3">
                    <c:v>Hadir tepat waktu (%)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</c:v>
                </c:pt>
                <c:pt idx="1">
                  <c:v>64</c:v>
                </c:pt>
                <c:pt idx="2">
                  <c:v>74</c:v>
                </c:pt>
                <c:pt idx="3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konteks masalah dari meeting notes 12 Juni 2026 — bukan isu baru, tapi berulang tiap cohort. Tujuan hari ini bukan melaporkan masalah, tapi meminta keputusan.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Perhatikan polanya: semua keluhan bermuara pada ketiadaan standar. Artinya satu solusi sistemik bisa menyelesaikan beberapa gejala sekaligus.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sebagai 'progress ada, tapi belum cukup' — data mendukung urgensi keputusan, bukan sekadar informatif. Perbaikan reminder saja sudah menggerakkan angka; bayangkan dampaknya bila seluruh onboarding distandarkan.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langsung dari 'Recommended Direction' di draft report — sampaikan sebagai solusi yang sudah dipikirkan tim lintas fungsi, bukan usulan baru dadakan.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Tidak perlu hire atau tools baru. Ini soal merapikan yang sudah kita punya, dengan owner yang sudah ditetapkan di meeting terakhir.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Satu keputusan hari ini: setujui standar onboarding. Resource sudah ada, owner sudah jelas, data mendukung. Kami siap mulai bulan depan.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UPDATE  ·  12 JUNI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Memperbaiki Onboarding Peserta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Data &amp; AI for Business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proses yang tersebar menuju standar onboarding yang konsisten — agar peserta cepat siap dan tim berhenti mengerjakan hal yang sama berulang kali.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43159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Peserta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17520" y="42976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43159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94960" y="42976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5989320" y="43159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Instruktur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Disiapkan oleh: Operations  ·  Untuk: Leadership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 UTAMA SAAT INI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kendala inti membuat onboarding lambat dan tidak efisien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 Tersebar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 tidak terkumpul dalam satu tempat; peserta harus mencari link, jadwal, dan instruksi secara manual.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Tanpa Checklist Standar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32004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kelas sudah dikirim, tapi belum ada checklist onboarding yang konsisten dan expected output belum jelas.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0" y="182880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0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Pertanyaan Berulang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0" y="32004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Peserta berulang kali bertanya soal jadwal, link kelas, dan tugas awal — beban manual menumpuk tiap cohort.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8920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bisnis:  </a:t>
            </a:r>
            <a:pPr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kehabisan waktu menjawab pertanyaan berulang, peserta lebih lambat memahami ekspektasi, dan instruktur harus mengulang konteks dasar di awal setiap sesi.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Onboarding Improvement  ·  Data &amp; AI for Business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DARI DATA COHORT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 membaik — namun beban manual tim CS masih tinggi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00200"/>
            <a:ext cx="3840480" cy="1234440"/>
          </a:xfrm>
          <a:prstGeom prst="roundRect">
            <a:avLst>
              <a:gd name="adj" fmla="val 4444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0" y="17099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−26%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001000" y="23134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berulang (42 → 31)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772400" y="2971800"/>
            <a:ext cx="3840480" cy="1234440"/>
          </a:xfrm>
          <a:prstGeom prst="roundRect">
            <a:avLst>
              <a:gd name="adj" fmla="val 4444"/>
            </a:avLst>
          </a:prstGeom>
          <a:solidFill>
            <a:srgbClr val="F4F6FC"/>
          </a:solidFill>
          <a:ln/>
        </p:spPr>
      </p:sp>
      <p:sp>
        <p:nvSpPr>
          <p:cNvPr id="9" name="Text 6"/>
          <p:cNvSpPr/>
          <p:nvPr/>
        </p:nvSpPr>
        <p:spPr>
          <a:xfrm>
            <a:off x="8001000" y="30815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001000" y="36850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 completion — masih perlu checklist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72400" y="4343400"/>
            <a:ext cx="3840480" cy="1234440"/>
          </a:xfrm>
          <a:prstGeom prst="roundRect">
            <a:avLst>
              <a:gd name="adj" fmla="val 4444"/>
            </a:avLst>
          </a:prstGeom>
          <a:solidFill>
            <a:srgbClr val="F4F6FC"/>
          </a:solidFill>
          <a:ln/>
        </p:spPr>
      </p:sp>
      <p:sp>
        <p:nvSpPr>
          <p:cNvPr id="12" name="Text 9"/>
          <p:cNvSpPr/>
          <p:nvPr/>
        </p:nvSpPr>
        <p:spPr>
          <a:xfrm>
            <a:off x="8001000" y="44531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−23%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001000" y="50566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manual CS (96 → 74)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data_summary_metrics.csv — perbandingan cohort sebelumnya vs saat ini.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Onboarding Improvement  ·  Data &amp; AI for Business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onboarding baru — empat komponen reusable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26317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Onboarding Standar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79476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dokumen wajib &amp; langkah standar untuk setiap peserta.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63240" y="3429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1840" y="210312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26317A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20440" y="29718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Guide (1 Halaman)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379476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Jadwal, link penting, ekspektasi kelas, dan FAQ dalam satu tempat.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06440" y="3429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35040" y="210312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26317A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63640" y="29718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Reminder Bertahap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63640" y="379476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Komunikasi H-3, H-1, dan hari-H dengan expected output yang jelas.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549640" y="3429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778240" y="210312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26317A"/>
          </a:solidFill>
          <a:ln/>
        </p:spPr>
      </p:sp>
      <p:sp>
        <p:nvSpPr>
          <p:cNvPr id="20" name="Text 18"/>
          <p:cNvSpPr/>
          <p:nvPr/>
        </p:nvSpPr>
        <p:spPr>
          <a:xfrm>
            <a:off x="9006840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006840" y="29718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Dashboard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06840" y="379476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Memantau completion onboarding di setiap cohort secara real-time.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54864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Dibuat sekali, dipakai ulang setiap cohort — tidak memerlukan tools baru, hanya merapikan aset yang sudah dimiliki tim.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Onboarding Improvement  ·  Data &amp; AI for Business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IMPLEMENTASI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 sudah jelas — siap dieksekusi mulai bulan depan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949440" cy="3017520"/>
        </p:xfrm>
        <a:graphic>
          <a:graphicData uri="http://schemas.openxmlformats.org/drawingml/2006/table">
            <a:tbl>
              <a:tblPr/>
              <a:tblGrid>
                <a:gridCol w="1920240"/>
                <a:gridCol w="3474720"/>
                <a:gridCol w="155448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Waktu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Menyiapkan daftar dokumen wajib onboarding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Minggu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Success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Menyusun FAQ awal untuk participant guide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Minggu 1–2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Team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Membangun template checklist reusable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Minggu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Menyediakan contoh output praktik per sesi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Minggu 2–3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92040"/>
            <a:ext cx="6949440" cy="1097280"/>
          </a:xfrm>
          <a:prstGeom prst="roundRect">
            <a:avLst>
              <a:gd name="adj" fmla="val 5000"/>
            </a:avLst>
          </a:prstGeom>
          <a:solidFill>
            <a:srgbClr val="FBEAE8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02920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bila ditunda:  </a:t>
            </a:r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peserta tetap lambat memahami alur kelas, dan tim mengulang pekerjaan manual yang sama di setiap cohort.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72400" y="1691640"/>
            <a:ext cx="3840480" cy="4297680"/>
          </a:xfrm>
          <a:prstGeom prst="roundRect">
            <a:avLst>
              <a:gd name="adj" fmla="val 1905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GO-LIVE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46720" y="23774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 onboarding berlaku untuk seluruh cohort Data &amp; AI for Business mulai bulan depan.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046720" y="5120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hire baru.  Tanpa tools baru.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Onboarding Improvement  ·  Data &amp; AI for Business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YANG DIPERLUKAN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26317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0058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Menyetujui onboarding checklist sebagai standar operasional resmi untuk seluruh cohort Data &amp; AI for Business, mulai bulan depan.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1B3D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432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BE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DISETUJUI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onboarding naik, pengalaman peserta konsisten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Beban follow-up manual Customer Success turun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Berlaku untuk seluruh cohort mulai bulan depan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251460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3D1F1B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7432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2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DITUNDA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320040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Peserta tetap lambat memahami alur kelas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mengulang pekerjaan manual setiap cohort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berulang &amp; follow-up CS tetap tinggi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sudah ada  ·  Owner sudah ditetapkan  ·  Data mendukung — kami siap mulai bulan depan.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2026-07-23T13:41:16Z</dcterms:created>
  <dcterms:modified xsi:type="dcterms:W3CDTF">2026-07-23T13:41:16Z</dcterms:modified>
</cp:coreProperties>
</file>